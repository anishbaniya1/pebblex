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NP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719"/>
  </p:normalViewPr>
  <p:slideViewPr>
    <p:cSldViewPr snapToGrid="0">
      <p:cViewPr varScale="1">
        <p:scale>
          <a:sx n="81" d="100"/>
          <a:sy n="81" d="100"/>
        </p:scale>
        <p:origin x="643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Bachelor\BCA%208TH%20Sem\Project\8th_Gantt%20Chart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Starting Date</c:v>
                </c:pt>
              </c:strCache>
            </c:strRef>
          </c:tx>
          <c:spPr>
            <a:noFill/>
            <a:ln>
              <a:noFill/>
            </a:ln>
            <a:effectLst/>
            <a:sp3d/>
          </c:spPr>
          <c:invertIfNegative val="0"/>
          <c:cat>
            <c:strRef>
              <c:f>Sheet1!$A$2:$A$7</c:f>
              <c:strCache>
                <c:ptCount val="6"/>
                <c:pt idx="0">
                  <c:v>Group Formation</c:v>
                </c:pt>
                <c:pt idx="1">
                  <c:v>Project Planning</c:v>
                </c:pt>
                <c:pt idx="2">
                  <c:v>Requirements Planning</c:v>
                </c:pt>
                <c:pt idx="3">
                  <c:v>User Design</c:v>
                </c:pt>
                <c:pt idx="4">
                  <c:v>Construction</c:v>
                </c:pt>
                <c:pt idx="5">
                  <c:v>CutOver</c:v>
                </c:pt>
              </c:strCache>
            </c:strRef>
          </c:cat>
          <c:val>
            <c:numRef>
              <c:f>Sheet1!$B$2:$B$7</c:f>
              <c:numCache>
                <c:formatCode>m/d/yyyy</c:formatCode>
                <c:ptCount val="6"/>
                <c:pt idx="0">
                  <c:v>45914</c:v>
                </c:pt>
                <c:pt idx="1">
                  <c:v>45921</c:v>
                </c:pt>
                <c:pt idx="2">
                  <c:v>45927</c:v>
                </c:pt>
                <c:pt idx="3">
                  <c:v>45951</c:v>
                </c:pt>
                <c:pt idx="4">
                  <c:v>45967</c:v>
                </c:pt>
                <c:pt idx="5">
                  <c:v>46024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B29-4F57-9EAE-F77405D634F2}"/>
            </c:ext>
          </c:extLst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Duration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invertIfNegative val="0"/>
          <c:cat>
            <c:strRef>
              <c:f>Sheet1!$A$2:$A$7</c:f>
              <c:strCache>
                <c:ptCount val="6"/>
                <c:pt idx="0">
                  <c:v>Group Formation</c:v>
                </c:pt>
                <c:pt idx="1">
                  <c:v>Project Planning</c:v>
                </c:pt>
                <c:pt idx="2">
                  <c:v>Requirements Planning</c:v>
                </c:pt>
                <c:pt idx="3">
                  <c:v>User Design</c:v>
                </c:pt>
                <c:pt idx="4">
                  <c:v>Construction</c:v>
                </c:pt>
                <c:pt idx="5">
                  <c:v>CutOver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6</c:v>
                </c:pt>
                <c:pt idx="1">
                  <c:v>5</c:v>
                </c:pt>
                <c:pt idx="2">
                  <c:v>23</c:v>
                </c:pt>
                <c:pt idx="3">
                  <c:v>61</c:v>
                </c:pt>
                <c:pt idx="4">
                  <c:v>56</c:v>
                </c:pt>
                <c:pt idx="5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B29-4F57-9EAE-F77405D634F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309799712"/>
        <c:axId val="1309800672"/>
        <c:axId val="0"/>
      </c:bar3DChart>
      <c:catAx>
        <c:axId val="1309799712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09800672"/>
        <c:crosses val="autoZero"/>
        <c:auto val="1"/>
        <c:lblAlgn val="ctr"/>
        <c:lblOffset val="100"/>
        <c:noMultiLvlLbl val="0"/>
      </c:catAx>
      <c:valAx>
        <c:axId val="1309800672"/>
        <c:scaling>
          <c:orientation val="minMax"/>
          <c:max val="46042"/>
          <c:min val="45914"/>
        </c:scaling>
        <c:delete val="0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m/d/yyyy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0979971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9A77E-798D-594F-4854-68D0F0C84C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62E9E7-CFAC-2CF1-AB70-0CA929204E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F47A61-DFB2-BDF7-E08C-E7D53254E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9E5D3-5F60-074F-BE3C-522CBEE455A8}" type="datetimeFigureOut">
              <a:rPr lang="en-NP" smtClean="0"/>
              <a:t>09/26/2025</a:t>
            </a:fld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F5CB4B-B752-0500-AEC0-1A2E47295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4B027D-F685-90AF-717F-96A009030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9BCBB-29EC-F142-BD82-D7101B5CE2D0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22276152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9506E-08F2-4E70-1190-720CA0D17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F493C-E42C-3F22-5BAE-05EF7C42D8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53E7F1-28A0-4933-8184-02887428D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9E5D3-5F60-074F-BE3C-522CBEE455A8}" type="datetimeFigureOut">
              <a:rPr lang="en-NP" smtClean="0"/>
              <a:t>09/26/2025</a:t>
            </a:fld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C6A782-8945-E392-155C-118BC2315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B07914-9B5A-72CB-4F2F-6CF87EEBE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9BCBB-29EC-F142-BD82-D7101B5CE2D0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1826447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950F3-5DFB-63D2-FF69-002905B4C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4DCA7-FBF8-2A85-D7E4-1CF2597DF3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F89E65-D77A-3899-2A2C-926A74749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9E5D3-5F60-074F-BE3C-522CBEE455A8}" type="datetimeFigureOut">
              <a:rPr lang="en-NP" smtClean="0"/>
              <a:t>09/26/2025</a:t>
            </a:fld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06E16B-1D48-A0DB-29D2-A2DFB240A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4B0707-6059-98F9-A2F8-EF2E0981F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9BCBB-29EC-F142-BD82-D7101B5CE2D0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11868988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5C1BD-FB8A-38FD-03F7-1E72CBE03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380203-14E0-D268-8EE6-CDA795A420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FE449D-852A-5D12-C2DF-40C6229C47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B52D40-21D7-3B3D-0725-8D0E4E03A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9E5D3-5F60-074F-BE3C-522CBEE455A8}" type="datetimeFigureOut">
              <a:rPr lang="en-NP" smtClean="0"/>
              <a:t>09/26/2025</a:t>
            </a:fld>
            <a:endParaRPr lang="en-N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B818A7-0261-BE78-18DC-A2EC2F732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66C6D0-84F6-DA4A-A9DE-565DAE701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9BCBB-29EC-F142-BD82-D7101B5CE2D0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38041774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39291-5639-25D2-4494-A4ADBB3D5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DFB22E-DFDD-D5D7-7891-0154974A4C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193C98-BBCB-7F3B-3648-791D140593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46A907-B34C-0760-5D39-604020C54F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9D2CCC-A10C-5C31-8BC5-C8F766850B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18A977-AD78-CEE6-921C-3174F1928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9E5D3-5F60-074F-BE3C-522CBEE455A8}" type="datetimeFigureOut">
              <a:rPr lang="en-NP" smtClean="0"/>
              <a:t>09/26/2025</a:t>
            </a:fld>
            <a:endParaRPr lang="en-NP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C17B3D-1105-6AE0-9823-5CCBE4B5B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B6C205-6D1A-2170-7658-344C1637C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9BCBB-29EC-F142-BD82-D7101B5CE2D0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3322696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838F5-CDC9-AAAC-6056-BEC61FE2C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28DBBD-6C09-AACC-D65D-B25CF2B73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9E5D3-5F60-074F-BE3C-522CBEE455A8}" type="datetimeFigureOut">
              <a:rPr lang="en-NP" smtClean="0"/>
              <a:t>09/26/2025</a:t>
            </a:fld>
            <a:endParaRPr lang="en-NP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BFDC36-59F2-06AD-00DC-BD9BC0F91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0EEF3F-FF94-F0B5-0C4B-81A5B39A7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9BCBB-29EC-F142-BD82-D7101B5CE2D0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30400363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1E8494-2E59-F9D7-7D9B-B98456099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9E5D3-5F60-074F-BE3C-522CBEE455A8}" type="datetimeFigureOut">
              <a:rPr lang="en-NP" smtClean="0"/>
              <a:t>09/26/2025</a:t>
            </a:fld>
            <a:endParaRPr lang="en-NP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7DC315-3847-EAA5-83AE-46CEEB282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D2CE8B-81A1-DCAF-ECC8-222E83F01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9BCBB-29EC-F142-BD82-D7101B5CE2D0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24962636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370C2-CA10-0AE8-6E74-8A3D0BB75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7A2887-CAF3-B4D7-9DAA-05AA3DE5B3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CD80CD-E354-B290-33BA-0C301DC430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3FAAAB-B9DD-8987-4407-EF16CD507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9E5D3-5F60-074F-BE3C-522CBEE455A8}" type="datetimeFigureOut">
              <a:rPr lang="en-NP" smtClean="0"/>
              <a:t>09/26/2025</a:t>
            </a:fld>
            <a:endParaRPr lang="en-N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6966BE-C812-F7D7-E1A0-80388320F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1EE905-ED92-B636-162C-0A0E76594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9BCBB-29EC-F142-BD82-D7101B5CE2D0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25360051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5E9E2-716E-10C3-8E9F-F52BC9FC9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989066-B4F4-D51F-9726-D3F8D62D65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P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C0695B-F10E-04B7-23B1-B80874934D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A3ED25-63DC-6401-EC11-AE8BFDBD8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9E5D3-5F60-074F-BE3C-522CBEE455A8}" type="datetimeFigureOut">
              <a:rPr lang="en-NP" smtClean="0"/>
              <a:t>09/26/2025</a:t>
            </a:fld>
            <a:endParaRPr lang="en-N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F4A0C0-681E-8E53-4DC6-F99F83B5D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B2464F-408D-3589-3A10-4998A1583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9BCBB-29EC-F142-BD82-D7101B5CE2D0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604575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1C519-A55A-9278-3D7C-5D3E75BCE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3AD2D1-0AA9-E8BB-6465-81000393A0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767626-2E24-81B4-FC50-39F3E36E0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9E5D3-5F60-074F-BE3C-522CBEE455A8}" type="datetimeFigureOut">
              <a:rPr lang="en-NP" smtClean="0"/>
              <a:t>09/26/2025</a:t>
            </a:fld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765E2F-A13B-1BA9-4623-F3549D0F8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43D4CB-CEAD-C792-2090-5A12A383D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9BCBB-29EC-F142-BD82-D7101B5CE2D0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1977213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3BCC82-6891-3385-A29B-B6CEC07EEA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E1B16B-7B8C-FC74-83E3-6A6B6D9CD9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3CC0D7-4581-BDF4-8AF1-56B2690F0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9E5D3-5F60-074F-BE3C-522CBEE455A8}" type="datetimeFigureOut">
              <a:rPr lang="en-NP" smtClean="0"/>
              <a:t>09/26/2025</a:t>
            </a:fld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4A01F2-6070-109B-D6D5-86B8837E4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7160A2-930B-03BC-33C9-F0BE4B796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9BCBB-29EC-F142-BD82-D7101B5CE2D0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2105592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48597D-0C56-E20B-B6AE-B5C9F3AFC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190F0C-4965-3569-9E00-0F19449D72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3CA693-D530-FB46-AC8C-BF8CE09CA7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19E5D3-5F60-074F-BE3C-522CBEE455A8}" type="datetimeFigureOut">
              <a:rPr lang="en-NP" smtClean="0"/>
              <a:t>09/26/2025</a:t>
            </a:fld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317028-6418-71B1-B99C-19D874F09C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A89F95-59B7-7A9B-C17E-B928CDD147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69BCBB-29EC-F142-BD82-D7101B5CE2D0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3207214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P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1D911BD-C724-77B6-2ED9-60FD84DC2802}"/>
              </a:ext>
            </a:extLst>
          </p:cNvPr>
          <p:cNvSpPr txBox="1"/>
          <p:nvPr/>
        </p:nvSpPr>
        <p:spPr>
          <a:xfrm>
            <a:off x="3792488" y="2002530"/>
            <a:ext cx="423385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P" sz="80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"/>
              </a:rPr>
              <a:t>PebbleX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FD6639-0C56-704B-03E9-78DEB9C45E6B}"/>
              </a:ext>
            </a:extLst>
          </p:cNvPr>
          <p:cNvSpPr txBox="1"/>
          <p:nvPr/>
        </p:nvSpPr>
        <p:spPr>
          <a:xfrm>
            <a:off x="6096002" y="3325969"/>
            <a:ext cx="19303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P" sz="20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"/>
              </a:rPr>
              <a:t>Presented</a:t>
            </a:r>
            <a:r>
              <a:rPr lang="en-NP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"/>
              </a:rPr>
              <a:t> By </a:t>
            </a:r>
            <a:r>
              <a:rPr lang="en-NP" dirty="0">
                <a:solidFill>
                  <a:schemeClr val="tx2">
                    <a:lumMod val="90000"/>
                    <a:lumOff val="10000"/>
                  </a:schemeClr>
                </a:solidFill>
                <a:latin typeface=""/>
              </a:rPr>
              <a:t>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A14C65-1F80-F77B-55AE-17EE90202DA2}"/>
              </a:ext>
            </a:extLst>
          </p:cNvPr>
          <p:cNvSpPr txBox="1"/>
          <p:nvPr/>
        </p:nvSpPr>
        <p:spPr>
          <a:xfrm>
            <a:off x="6337254" y="3650664"/>
            <a:ext cx="144783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P" sz="1400" dirty="0">
                <a:solidFill>
                  <a:schemeClr val="tx2">
                    <a:lumMod val="90000"/>
                    <a:lumOff val="10000"/>
                  </a:schemeClr>
                </a:solidFill>
                <a:latin typeface=""/>
              </a:rPr>
              <a:t>Anish Baniya</a:t>
            </a:r>
            <a:br>
              <a:rPr lang="en-NP" sz="1400" dirty="0">
                <a:solidFill>
                  <a:schemeClr val="tx2">
                    <a:lumMod val="90000"/>
                    <a:lumOff val="10000"/>
                  </a:schemeClr>
                </a:solidFill>
                <a:latin typeface=""/>
              </a:rPr>
            </a:br>
            <a:r>
              <a:rPr lang="en-NP" sz="1400" dirty="0">
                <a:solidFill>
                  <a:schemeClr val="tx2">
                    <a:lumMod val="90000"/>
                    <a:lumOff val="10000"/>
                  </a:schemeClr>
                </a:solidFill>
                <a:latin typeface=""/>
              </a:rPr>
              <a:t>Gaurav Ghimire</a:t>
            </a:r>
          </a:p>
          <a:p>
            <a:r>
              <a:rPr lang="en-NP" sz="1400" dirty="0">
                <a:solidFill>
                  <a:schemeClr val="tx2">
                    <a:lumMod val="90000"/>
                    <a:lumOff val="10000"/>
                  </a:schemeClr>
                </a:solidFill>
                <a:latin typeface=""/>
              </a:rPr>
              <a:t>Prajal Gurung</a:t>
            </a:r>
          </a:p>
        </p:txBody>
      </p:sp>
    </p:spTree>
    <p:extLst>
      <p:ext uri="{BB962C8B-B14F-4D97-AF65-F5344CB8AC3E}">
        <p14:creationId xmlns:p14="http://schemas.microsoft.com/office/powerpoint/2010/main" val="2179731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B6618F2-A1A5-8AED-9EE1-D941D3EC1780}"/>
              </a:ext>
            </a:extLst>
          </p:cNvPr>
          <p:cNvSpPr txBox="1"/>
          <p:nvPr/>
        </p:nvSpPr>
        <p:spPr>
          <a:xfrm>
            <a:off x="978793" y="1223492"/>
            <a:ext cx="317426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P" sz="40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"/>
              </a:rPr>
              <a:t>Introduction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56B42F-9973-068D-EB99-6B6A76A27117}"/>
              </a:ext>
            </a:extLst>
          </p:cNvPr>
          <p:cNvSpPr txBox="1"/>
          <p:nvPr/>
        </p:nvSpPr>
        <p:spPr>
          <a:xfrm>
            <a:off x="978793" y="2300935"/>
            <a:ext cx="968292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b="1" dirty="0">
                <a:latin typeface="Arial" panose="020B0604020202020204" pitchFamily="34" charset="0"/>
              </a:rPr>
              <a:t>PebbleX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is a web and mobile platform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for hardware suppliers and vendors to manage and place orders.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It connects suppliers and vendors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in tools, electrical, and construction materials.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Built for Nepal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 it boosts productivity and reduces manual work.</a:t>
            </a:r>
          </a:p>
        </p:txBody>
      </p:sp>
    </p:spTree>
    <p:extLst>
      <p:ext uri="{BB962C8B-B14F-4D97-AF65-F5344CB8AC3E}">
        <p14:creationId xmlns:p14="http://schemas.microsoft.com/office/powerpoint/2010/main" val="12402008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CB40AE5-5434-B629-51F1-B3C709E9FDDA}"/>
              </a:ext>
            </a:extLst>
          </p:cNvPr>
          <p:cNvSpPr txBox="1"/>
          <p:nvPr/>
        </p:nvSpPr>
        <p:spPr>
          <a:xfrm>
            <a:off x="1017431" y="1262130"/>
            <a:ext cx="474040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P" sz="40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"/>
              </a:rPr>
              <a:t>Back</a:t>
            </a:r>
            <a:r>
              <a:rPr lang="en-US" sz="40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"/>
              </a:rPr>
              <a:t>g</a:t>
            </a:r>
            <a:r>
              <a:rPr lang="en-NP" sz="40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"/>
              </a:rPr>
              <a:t>round Study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5FD8AA-8CA2-1953-9A6F-733F7EA42D54}"/>
              </a:ext>
            </a:extLst>
          </p:cNvPr>
          <p:cNvSpPr txBox="1"/>
          <p:nvPr/>
        </p:nvSpPr>
        <p:spPr>
          <a:xfrm>
            <a:off x="1017431" y="2258823"/>
            <a:ext cx="247375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"/>
              </a:rPr>
              <a:t>Hamro </a:t>
            </a:r>
            <a:r>
              <a:rPr lang="en-US" sz="2200" b="1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"/>
              </a:rPr>
              <a:t>Nirman</a:t>
            </a:r>
            <a:endParaRPr lang="en-US" sz="2200" b="1" dirty="0">
              <a:solidFill>
                <a:schemeClr val="tx2">
                  <a:lumMod val="90000"/>
                  <a:lumOff val="10000"/>
                </a:schemeClr>
              </a:solidFill>
              <a:latin typeface="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D8DA01-0268-00AB-F942-5CC0BC154FC1}"/>
              </a:ext>
            </a:extLst>
          </p:cNvPr>
          <p:cNvSpPr txBox="1"/>
          <p:nvPr/>
        </p:nvSpPr>
        <p:spPr>
          <a:xfrm>
            <a:off x="1017431" y="2689710"/>
            <a:ext cx="77449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Hamro </a:t>
            </a:r>
            <a:r>
              <a:rPr lang="en-US" dirty="0" err="1"/>
              <a:t>Nirman</a:t>
            </a:r>
            <a:r>
              <a:rPr lang="en-US" dirty="0"/>
              <a:t> is the first and one of the largest e-commerce platforms in the</a:t>
            </a:r>
          </a:p>
          <a:p>
            <a:r>
              <a:rPr lang="en-US" dirty="0"/>
              <a:t>construction sector of Nepal.</a:t>
            </a:r>
            <a:endParaRPr lang="en-NP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5A7DA0-7E43-43C9-F196-6B6903D4D2F7}"/>
              </a:ext>
            </a:extLst>
          </p:cNvPr>
          <p:cNvSpPr txBox="1"/>
          <p:nvPr/>
        </p:nvSpPr>
        <p:spPr>
          <a:xfrm>
            <a:off x="1017431" y="3624848"/>
            <a:ext cx="213231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"/>
              </a:rPr>
              <a:t>Ghar</a:t>
            </a:r>
            <a:r>
              <a:rPr lang="en-US" sz="22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"/>
              </a:rPr>
              <a:t> </a:t>
            </a:r>
            <a:r>
              <a:rPr lang="en-US" sz="2200" b="1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"/>
              </a:rPr>
              <a:t>Banau</a:t>
            </a:r>
            <a:endParaRPr lang="en-NP" sz="2200" b="1" dirty="0">
              <a:solidFill>
                <a:schemeClr val="tx2">
                  <a:lumMod val="90000"/>
                  <a:lumOff val="10000"/>
                </a:schemeClr>
              </a:solidFill>
              <a:latin typeface="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AAB189-DF4A-FCFC-1868-A538D1BE8C1F}"/>
              </a:ext>
            </a:extLst>
          </p:cNvPr>
          <p:cNvSpPr txBox="1"/>
          <p:nvPr/>
        </p:nvSpPr>
        <p:spPr>
          <a:xfrm>
            <a:off x="1017431" y="4055735"/>
            <a:ext cx="87678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Ghar </a:t>
            </a:r>
            <a:r>
              <a:rPr lang="en-US" dirty="0" err="1"/>
              <a:t>Banau</a:t>
            </a:r>
            <a:r>
              <a:rPr lang="en-US" dirty="0"/>
              <a:t>, on the other hand, operates as an online marketplace focused on enabling</a:t>
            </a:r>
          </a:p>
          <a:p>
            <a:r>
              <a:rPr lang="en-US" dirty="0"/>
              <a:t>buyers and sellers of construction materials to directly connect and transact.</a:t>
            </a:r>
            <a:endParaRPr lang="en-NP" dirty="0"/>
          </a:p>
        </p:txBody>
      </p:sp>
    </p:spTree>
    <p:extLst>
      <p:ext uri="{BB962C8B-B14F-4D97-AF65-F5344CB8AC3E}">
        <p14:creationId xmlns:p14="http://schemas.microsoft.com/office/powerpoint/2010/main" val="7063643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22BB8B8-8594-7B7C-811D-B33FD8177108}"/>
              </a:ext>
            </a:extLst>
          </p:cNvPr>
          <p:cNvSpPr txBox="1"/>
          <p:nvPr/>
        </p:nvSpPr>
        <p:spPr>
          <a:xfrm>
            <a:off x="1081825" y="1416676"/>
            <a:ext cx="486062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P" sz="40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"/>
              </a:rPr>
              <a:t>Problem Statement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B5AF5F-6676-9261-D432-F80917A4FC1A}"/>
              </a:ext>
            </a:extLst>
          </p:cNvPr>
          <p:cNvSpPr txBox="1"/>
          <p:nvPr/>
        </p:nvSpPr>
        <p:spPr>
          <a:xfrm>
            <a:off x="1081825" y="2529913"/>
            <a:ext cx="76637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Limited adoption of real-time inventory tracking and automated ordering.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Lack of centralized inventory management for suppliers.</a:t>
            </a:r>
            <a:endParaRPr lang="en-NP" dirty="0"/>
          </a:p>
        </p:txBody>
      </p:sp>
    </p:spTree>
    <p:extLst>
      <p:ext uri="{BB962C8B-B14F-4D97-AF65-F5344CB8AC3E}">
        <p14:creationId xmlns:p14="http://schemas.microsoft.com/office/powerpoint/2010/main" val="31330433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3FDBE7B-6D96-F298-C1CB-365259F505D9}"/>
              </a:ext>
            </a:extLst>
          </p:cNvPr>
          <p:cNvSpPr txBox="1"/>
          <p:nvPr/>
        </p:nvSpPr>
        <p:spPr>
          <a:xfrm>
            <a:off x="1004552" y="1326523"/>
            <a:ext cx="277992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P" sz="40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"/>
              </a:rPr>
              <a:t>Objectives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E4AC13-3A59-AFB4-358E-9EC80528448E}"/>
              </a:ext>
            </a:extLst>
          </p:cNvPr>
          <p:cNvSpPr txBox="1"/>
          <p:nvPr/>
        </p:nvSpPr>
        <p:spPr>
          <a:xfrm>
            <a:off x="1004552" y="2477468"/>
            <a:ext cx="904696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improve supply chain efficiency by automating workflows.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develop a centralized web platform for suppliers to manage inventory, pricing,</a:t>
            </a:r>
          </a:p>
          <a:p>
            <a:r>
              <a:rPr lang="en-US" dirty="0"/>
              <a:t>      and vendor orders.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provide a vendor with a mobile application for bulk ordering as well as other services.</a:t>
            </a:r>
          </a:p>
        </p:txBody>
      </p:sp>
    </p:spTree>
    <p:extLst>
      <p:ext uri="{BB962C8B-B14F-4D97-AF65-F5344CB8AC3E}">
        <p14:creationId xmlns:p14="http://schemas.microsoft.com/office/powerpoint/2010/main" val="18943921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5362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B1D1E9-DAD8-C463-FE04-B6CF1343965D}"/>
              </a:ext>
            </a:extLst>
          </p:cNvPr>
          <p:cNvSpPr txBox="1"/>
          <p:nvPr/>
        </p:nvSpPr>
        <p:spPr>
          <a:xfrm>
            <a:off x="640080" y="1931831"/>
            <a:ext cx="2914489" cy="2851807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200" b="1" kern="1200" dirty="0">
                <a:solidFill>
                  <a:srgbClr val="FFFFFF"/>
                </a:solidFill>
                <a:latin typeface=""/>
                <a:ea typeface="+mj-ea"/>
                <a:cs typeface="+mj-cs"/>
              </a:rPr>
              <a:t>Methodology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1E6B4E-4490-4058-204B-8F9FB90287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5721" y="1506157"/>
            <a:ext cx="7188199" cy="3845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2508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6959B05-DFDD-FCF3-50ED-3A14EC8E44C1}"/>
              </a:ext>
            </a:extLst>
          </p:cNvPr>
          <p:cNvSpPr txBox="1"/>
          <p:nvPr/>
        </p:nvSpPr>
        <p:spPr>
          <a:xfrm>
            <a:off x="4244576" y="540276"/>
            <a:ext cx="300755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P" sz="40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"/>
              </a:rPr>
              <a:t>Gantt Chart</a:t>
            </a: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18EBDD9D-AD58-C078-DEBE-EFD406B948E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2523768"/>
              </p:ext>
            </p:extLst>
          </p:nvPr>
        </p:nvGraphicFramePr>
        <p:xfrm>
          <a:off x="1750987" y="1653578"/>
          <a:ext cx="8614609" cy="38902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9711191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9DCFBF2-EAF5-6459-CA1E-FBC337D20560}"/>
              </a:ext>
            </a:extLst>
          </p:cNvPr>
          <p:cNvSpPr txBox="1"/>
          <p:nvPr/>
        </p:nvSpPr>
        <p:spPr>
          <a:xfrm>
            <a:off x="3618174" y="2321004"/>
            <a:ext cx="4955652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P" sz="6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"/>
              </a:rPr>
              <a:t>Thank You 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3A1BC3-99CB-5270-32C1-C482E0363C61}"/>
              </a:ext>
            </a:extLst>
          </p:cNvPr>
          <p:cNvSpPr txBox="1"/>
          <p:nvPr/>
        </p:nvSpPr>
        <p:spPr>
          <a:xfrm>
            <a:off x="7248644" y="3429000"/>
            <a:ext cx="1197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P" dirty="0">
                <a:solidFill>
                  <a:schemeClr val="tx2">
                    <a:lumMod val="90000"/>
                    <a:lumOff val="10000"/>
                  </a:schemeClr>
                </a:solidFill>
                <a:latin typeface=""/>
              </a:rPr>
              <a:t>- PebbleX</a:t>
            </a:r>
          </a:p>
        </p:txBody>
      </p:sp>
    </p:spTree>
    <p:extLst>
      <p:ext uri="{BB962C8B-B14F-4D97-AF65-F5344CB8AC3E}">
        <p14:creationId xmlns:p14="http://schemas.microsoft.com/office/powerpoint/2010/main" val="20886690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185</Words>
  <Application>Microsoft Office PowerPoint</Application>
  <PresentationFormat>Widescreen</PresentationFormat>
  <Paragraphs>27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Deepsa Gurung</dc:creator>
  <cp:lastModifiedBy>Aashish Baniya</cp:lastModifiedBy>
  <cp:revision>5</cp:revision>
  <cp:lastPrinted>2025-09-25T16:52:40Z</cp:lastPrinted>
  <dcterms:created xsi:type="dcterms:W3CDTF">2025-09-25T16:26:16Z</dcterms:created>
  <dcterms:modified xsi:type="dcterms:W3CDTF">2025-09-26T03:33:18Z</dcterms:modified>
</cp:coreProperties>
</file>